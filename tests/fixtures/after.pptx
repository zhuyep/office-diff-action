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DejaVu Sans"/>
              </a:rPr>
              <a:t>Release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DejaVu Sans"/>
              </a:rPr>
              <a:t>The document now renders, passes review, and is ready to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640080"/>
            <a:ext cx="205740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7498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6534"/>
                </a:solidFill>
                <a:latin typeface="DejaVu Sans"/>
              </a:rPr>
              <a:t>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Pages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  <a:latin typeface="DejaVu Sans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Layout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6A34A"/>
                </a:solidFill>
                <a:latin typeface="DejaVu 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2971800"/>
            <a:ext cx="3246120" cy="1874519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32186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Review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3703320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C3AED"/>
                </a:solidFill>
                <a:latin typeface="DejaVu Sans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DejaVu Sans"/>
              </a:rPr>
              <a:t>Office Diff catches visual changes that a normal Git diff cannot show.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Diff synthetic demo</dc:title>
  <dc:subject>Safe public test fixture</dc:subject>
  <dc:creator>Office Diff contributors</dc:creator>
  <cp:keywords/>
  <dc:description>generated using python-pptx</dc:description>
  <cp:lastModifiedBy>Office Diff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